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Raleway" pitchFamily="2" charset="0"/>
      <p:regular r:id="rId12"/>
    </p:embeddedFont>
    <p:embeddedFont>
      <p:font typeface="Raleway Bold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4855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987"/>
            <a:ext cx="8151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AI-Powered Healthcare Management System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496119" y="218427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role-based web application for clinic appointment booking, AI-assisted healthcare support, prescription management, and patient records.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97373"/>
            <a:ext cx="1550863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581174" y="2839864"/>
            <a:ext cx="183795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Vocational Training Project 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17824" y="2797373"/>
            <a:ext cx="754112" cy="215354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7" name="Text 5"/>
          <p:cNvSpPr/>
          <p:nvPr/>
        </p:nvSpPr>
        <p:spPr>
          <a:xfrm>
            <a:off x="2202879" y="2839864"/>
            <a:ext cx="104120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2025–2026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3172197"/>
            <a:ext cx="8151763" cy="129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Submitted by: 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Majji Lokesh Krishna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College: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Bhilai Institute of Technology, Durg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Under the guidance of: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Dr. Archana Sharma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7052CD-D936-3A03-E30E-780815FB8E9A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230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The Problem: Small Clinics Are Still Running on Paper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179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139032"/>
            <a:ext cx="2618184" cy="10250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2158082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Scheduling Conflicts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5977" y="2464594"/>
            <a:ext cx="241927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live view of availability leads to double-bookings and unnecessary phone calls.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83" y="2139032"/>
            <a:ext cx="2618184" cy="10250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2292" y="2158082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Fragmented History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52292" y="2464594"/>
            <a:ext cx="241927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Doctors lack quick access to past prescriptions and notes from earlier visits.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97" y="2139032"/>
            <a:ext cx="2618184" cy="10250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28606" y="2158082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Lost Documents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28606" y="2464594"/>
            <a:ext cx="241927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Paper lab reports and scans are easily misplaced between visits, forcing repeat tests.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330450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6119" y="3690789"/>
            <a:ext cx="8151763" cy="850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small failures compound over time — wasted staff time, repeated tests, and a worse patient experience. Existing alternatives either target large hospitals (enterprise HIS), require subscriptions (Practo Ray), or demand heavy technical setup (OpenMRS).</a:t>
            </a:r>
            <a:endParaRPr lang="en-US" sz="13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452FC1-C42F-3970-1D1E-850B34252AEA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9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Proposed Solution: The HealthCare Portal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74478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web application with three role-based dashboards –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Patient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Doctor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Receptionist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backed by a database where appointments, prescriptions, notes, and uploads are all linked to the correct patient and doctor.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754809"/>
            <a:ext cx="2618184" cy="9734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2773859"/>
            <a:ext cx="2419276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Self-Hostable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5977" y="3142357"/>
            <a:ext cx="2419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recurring subscription. No vendor lock-in.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83" y="2754809"/>
            <a:ext cx="2618184" cy="9734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2292" y="2773859"/>
            <a:ext cx="2419276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Role-Separated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52292" y="3142357"/>
            <a:ext cx="241927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dashboard shows only what that role needs.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97" y="2754809"/>
            <a:ext cx="2618184" cy="9734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28606" y="2773859"/>
            <a:ext cx="2419276" cy="935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AI-Enhanced</a:t>
            </a:r>
            <a:endParaRPr lang="en-US" sz="13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assists doctors and patients.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38687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2A146C-3C04-EF04-0936-DF0EDB976F47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71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System 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60" y="1118220"/>
            <a:ext cx="6600006" cy="30204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06494" y="1428047"/>
            <a:ext cx="1459992" cy="18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106494" y="1662456"/>
            <a:ext cx="1609235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 via Mongoose storing users, appointments, prescriptions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447498" y="2493841"/>
            <a:ext cx="1459992" cy="18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Server Layer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428031" y="2728250"/>
            <a:ext cx="1479459" cy="29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(Node.js/Express API, JWT): auth, file upload, Gemini AI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06494" y="3006460"/>
            <a:ext cx="1459992" cy="182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06494" y="3240870"/>
            <a:ext cx="1609235" cy="29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 UI (HTML/CSS/JS): dashboards, Ask AI chat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429815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browser never talks to MongoDB directly — every request passes through the Express API where JWT authentication and role-based access control are enforced in one place.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88F8A8-6A61-C790-FD21-717F49CA9DE9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15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80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665238"/>
            <a:ext cx="2618184" cy="792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1684288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5977" y="1990799"/>
            <a:ext cx="241927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HTML, CSS, JavaScript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83" y="1665238"/>
            <a:ext cx="2618184" cy="792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2292" y="1684288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52292" y="1990799"/>
            <a:ext cx="2419276" cy="44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Node.js, Express.js</a:t>
            </a:r>
            <a:endParaRPr lang="en-US" sz="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JSON Web Token, bcrypt, Multer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97" y="1665238"/>
            <a:ext cx="2618184" cy="792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28606" y="1684288"/>
            <a:ext cx="24192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28606" y="1990799"/>
            <a:ext cx="2419276" cy="447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</a:t>
            </a:r>
            <a:endParaRPr lang="en-US" sz="8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Mongoose ODM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96119" y="259816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96119" y="3037582"/>
            <a:ext cx="8151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Why These Choices?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96119" y="3515990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 + Express: Same language (JavaScript) on frontend and backend; minimal framework suited to a bounded feature set.</a:t>
            </a:r>
            <a:endParaRPr lang="en-US" sz="1100" dirty="0"/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MongoDB: </a:t>
            </a:r>
            <a:r>
              <a:rPr lang="en-IN" sz="1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Medicines are naturally embedded arrays within prescriptions — reducing the need for complex joins.</a:t>
            </a:r>
            <a:endParaRPr lang="en-US" sz="11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JWT: Stateless auth; no server-side session storage required.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bcrypt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One-way password hashing — even a full database breach doesn't expose usable passwords.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B09AC1-1DE5-8AB9-6FE7-7E66030D6819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43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Database Design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1080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Five Mongoose collections linked by ObjectId references keep each schema narrow and queryable without loading unnecessary data.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504852"/>
            <a:ext cx="1924050" cy="14733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2523902"/>
            <a:ext cx="17251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5977" y="2830413"/>
            <a:ext cx="172514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roles in one collection, distinguished by a role field.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9248" y="2504852"/>
            <a:ext cx="1924124" cy="14733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58157" y="2523902"/>
            <a:ext cx="17252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758157" y="2830413"/>
            <a:ext cx="172521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References patient, doctor, date, slot, status enum, and fee fields.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503" y="2504852"/>
            <a:ext cx="1924124" cy="14733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40412" y="2523902"/>
            <a:ext cx="172521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Prescriptions &amp; Notes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840411" y="2830413"/>
            <a:ext cx="17252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to the originating appointment — not just the patient — for visit-level history.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3757" y="2504852"/>
            <a:ext cx="1924124" cy="14733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66" y="2523902"/>
            <a:ext cx="17252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Uploads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22666" y="2830413"/>
            <a:ext cx="172521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metadata stored in DB; files saved to disk via Multer, tagged by type.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A72E24-C78A-4573-9D72-43A7835B31AA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Appointment Lifecycle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8" y="1974416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Mark Done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026665" y="3032981"/>
            <a:ext cx="1190147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 appointment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01067" y="1974416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Doctor Notes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01067" y="3048115"/>
            <a:ext cx="1190146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findings; status guides follow-up or billing.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76701" y="19873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Arrival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76701" y="3088179"/>
            <a:ext cx="1190146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status to waiting so provider is notified.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518781" y="1866157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Reception Review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518781" y="3102889"/>
            <a:ext cx="1190146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status; reschedule or confirm if slot unavailable.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94415" y="198731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Book Slot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94415" y="3105912"/>
            <a:ext cx="1190146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Reserve time; status shows availability and next action.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status field drives the entire flow — each actor's next action depends on reading that status. If the slot is unavailable, the receptionist can reschedule or cancel, freeing the slot for another booking.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53C5DF-C361-F133-2275-3A5E0F352220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51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Integration: Generative AI Module</a:t>
            </a:r>
            <a:endParaRPr lang="en-US" sz="2750" b="1" dirty="0"/>
          </a:p>
        </p:txBody>
      </p:sp>
      <p:sp>
        <p:nvSpPr>
          <p:cNvPr id="3" name="Text 1"/>
          <p:cNvSpPr/>
          <p:nvPr/>
        </p:nvSpPr>
        <p:spPr>
          <a:xfrm>
            <a:off x="496119" y="17616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leverages generative AI in two key areas: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2133" y="245878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For Doctors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2133" y="2747516"/>
            <a:ext cx="3681268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concise summaries of a patient's medical history by analysing previous prescriptions, consultation notes, and uploaded documents — enabling faster review before consultations.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76856" y="246102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For Patients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76856" y="2728266"/>
            <a:ext cx="361002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 with an AI assistant that explains medical terminology, summarizes reports in simple language, and answers basic healthcare questions.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0927" y="4352732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Clinical Responsibility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1" y="4602229"/>
            <a:ext cx="8647881" cy="41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AI features are supportive tools only. All clinical decisions remain the responsibility of qualified healthcare professionals.</a:t>
            </a:r>
            <a:endParaRPr lang="en-US" sz="11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5C350CF-BEE3-4C90-4843-065A04126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18530"/>
            <a:ext cx="2618184" cy="1305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4EFFE3-F2DA-53F0-3828-B95D7DF4A7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413959"/>
            <a:ext cx="2621507" cy="130965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EC4840A-721D-F9DA-E630-C3488C4D58FA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84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275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199852"/>
            <a:ext cx="3752031" cy="33993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977" y="1218902"/>
            <a:ext cx="3553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What Was Achieved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75977" y="1582117"/>
            <a:ext cx="3553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small, self-hostable tool – built with Node.js, Express, MongoDB, and well-documented libraries – that directly closes the gap between paper registers and expensive enterprise HIS for small clinics.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75977" y="2616919"/>
            <a:ext cx="355312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role-based dashboards with enforced access control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patient history: prescriptions and notes tied to visits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upload permanently attached to patient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module for summaries and patient assistance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60689" y="1199852"/>
            <a:ext cx="4091880" cy="26408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9598" y="1218902"/>
            <a:ext cx="38929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759598" y="1582117"/>
            <a:ext cx="3892972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Gateway: Razorpay/Stripe integration with server-side webhook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Password Reset: Token-based email recovery flow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Notifications: Auto-reminders on appointment status changes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App: React Native or Flutter reusing the same REST API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Trail: Soft-delete and log collection for clinical accountability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E18077-2768-8E94-9BB4-3641AFB455AA}"/>
              </a:ext>
            </a:extLst>
          </p:cNvPr>
          <p:cNvSpPr/>
          <p:nvPr/>
        </p:nvSpPr>
        <p:spPr>
          <a:xfrm>
            <a:off x="7957097" y="4825100"/>
            <a:ext cx="1147985" cy="278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797</Words>
  <Application>Microsoft Office PowerPoint</Application>
  <PresentationFormat>On-screen Show (16:9)</PresentationFormat>
  <Paragraphs>98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Roboto</vt:lpstr>
      <vt:lpstr>Raleway</vt:lpstr>
      <vt:lpstr>Arial</vt:lpstr>
      <vt:lpstr>Raleway Bold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MAJJI LOKESH KRISHNA</cp:lastModifiedBy>
  <cp:revision>3</cp:revision>
  <dcterms:created xsi:type="dcterms:W3CDTF">2026-07-28T10:46:04Z</dcterms:created>
  <dcterms:modified xsi:type="dcterms:W3CDTF">2026-07-28T11:52:32Z</dcterms:modified>
</cp:coreProperties>
</file>